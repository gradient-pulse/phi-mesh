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1414"/>
                </a:solidFill>
                <a:latin typeface="Aptos"/>
              </a:rPr>
              <a:t>Where T-Protocol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D2D2D"/>
                </a:solidFill>
                <a:latin typeface="Aptos"/>
              </a:rPr>
              <a:t>Current AI often sees snapshots. T-Protocol is designed for unfolding situations.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robotics and physical action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corporate AI assistants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medical imaging under motion/artifact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constrained engineering reasoning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the general present-lock of monolithic LLMs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108813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Aptos"/>
              </a:rPr>
              <a:t>Slide 1 of 7 · T-Protocol: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1414"/>
                </a:solidFill>
                <a:latin typeface="Aptos"/>
              </a:rPr>
              <a:t>Robotics and physical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D2D2D"/>
                </a:solidFill>
                <a:latin typeface="Aptos"/>
              </a:rPr>
              <a:t>The drawer-and-vase problem is hard because language, space, motion, and risk evolve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current systems often treat the task as command + control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the real object is an unfolding choreography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T-Protocol keeps orientation across changing relations and sparse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108813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Aptos"/>
              </a:rPr>
              <a:t>Slide 2 of 7 · T-Protocol: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1414"/>
                </a:solidFill>
                <a:latin typeface="Aptos"/>
              </a:rPr>
              <a:t>Corporate AI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D2D2D"/>
                </a:solidFill>
                <a:latin typeface="Aptos"/>
              </a:rPr>
              <a:t>Today’s assistants are often polished in the moment but weak across drift, ambiguity, and changing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they lose thread across long interactions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they confuse temporary signals with real change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T-Protocol adds continuity, bounded revision, and recovery across cycles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108813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Aptos"/>
              </a:rPr>
              <a:t>Slide 3 of 7 · T-Protocol: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1414"/>
                </a:solidFill>
                <a:latin typeface="Aptos"/>
              </a:rPr>
              <a:t>Medical imaging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D2D2D"/>
                </a:solidFill>
                <a:latin typeface="Aptos"/>
              </a:rPr>
              <a:t>The radiologist reads through motion; the AI often reads over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patient movement is often flattened into noise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underlying structure and disturbance get averaged together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T-Protocol treats disturbance as interpretable temporal event, not just artifact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108813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Aptos"/>
              </a:rPr>
              <a:t>Slide 4 of 7 · T-Protocol: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1414"/>
                </a:solidFill>
                <a:latin typeface="Aptos"/>
              </a:rPr>
              <a:t>Constrained engineering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D2D2D"/>
                </a:solidFill>
                <a:latin typeface="Aptos"/>
              </a:rPr>
              <a:t>Local fluency is not enough when reasoning must remain coherent under physical and operational constraints.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monolithic LLMs often fail under multi-condition real-world structure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constraints must remain live across the full unfolding problem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T-Protocol addresses the architectural gap: state, revision, and coherence over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108813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Aptos"/>
              </a:rPr>
              <a:t>Slide 5 of 7 · T-Protocol: Applications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1414"/>
                </a:solidFill>
                <a:latin typeface="Aptos"/>
              </a:rPr>
              <a:t>The present-lock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D2D2D"/>
                </a:solidFill>
                <a:latin typeface="Aptos"/>
              </a:rPr>
              <a:t>More context is not the same thing as more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current LLMs are still too tied to a local present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past becomes residue and future becomes guesswork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T-Protocol is built to preserve a live coherence field across cycles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108813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Aptos"/>
              </a:rPr>
              <a:t>Slide 6 of 7 · T-Protocol: Applications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1414"/>
                </a:solidFill>
                <a:latin typeface="Aptos"/>
              </a:rPr>
              <a:t>Closing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D2D2D"/>
                </a:solidFill>
                <a:latin typeface="Aptos"/>
              </a:rPr>
              <a:t>T-Protocol is relevant wherever AI must stay coherent across unfolding time rather than react to one moment at a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role separation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structured state continuity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feedback-sensitive revision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41414"/>
                </a:solidFill>
                <a:latin typeface="Aptos"/>
              </a:rPr>
              <a:t>coherence across unfolding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1088136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E6E6E"/>
                </a:solidFill>
                <a:latin typeface="Aptos"/>
              </a:rPr>
              <a:t>Slide 7 of 7 · T-Protocol: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